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731520"/>
            <a:ext cx="2286000" cy="2286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828800" cy="1828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3108960"/>
            <a:ext cx="2560320" cy="25603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498079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ptos"/>
              </a:defRPr>
            </a:pPr>
            <a:r>
              <a:t>DEVOPS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1463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CI/CD Pipeline with</a:t>
            </a:r>
            <a:br/>
            <a:r>
              <a:t>Docker &amp;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246120"/>
            <a:ext cx="713232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0">
                <a:solidFill>
                  <a:srgbClr val="CBD5E1"/>
                </a:solidFill>
                <a:latin typeface="Aptos"/>
              </a:defRPr>
            </a:pPr>
            <a:r>
              <a:t>Python Flask • Pytest • Docker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257800"/>
            <a:ext cx="59436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Presented by: Dinesh Chand Vaishnav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715000"/>
            <a:ext cx="68580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Automating testing, image building, and publishing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 simple Flask app used to demonstrate an automated DevOps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7510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01 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3099816" cy="1325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A Python Flask endpoint returns a success message on port 5000.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7510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ptos"/>
              </a:defRPr>
            </a:pPr>
            <a:r>
              <a:t>02  Continuous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99816" cy="1325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GitHub Actions installs dependencies and runs Pytest after code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97510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03  Image 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95728"/>
            <a:ext cx="3099816" cy="1325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Docker builds a container image and pushes it to Docker Hub after tests pass.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Goal: repeatable builds, automated tests, and a shareable container image.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Tools used in the project and their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7510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Python +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3099816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Application runtime and web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7510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Pytest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99816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Automated test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97510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95728"/>
            <a:ext cx="3099816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Source control and code hosting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66674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87368"/>
            <a:ext cx="3099816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Workflow automation / CI-CD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52044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66674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087368"/>
            <a:ext cx="3099816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Package the app and dependencies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520440"/>
            <a:ext cx="34290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3666744"/>
            <a:ext cx="30998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Aptos"/>
              </a:defRPr>
            </a:pPr>
            <a:r>
              <a:t>Docker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4087368"/>
            <a:ext cx="3099816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Store and distribute the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Application &amp; 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The project is stored as a folder inside the parent GitHub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3520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29384"/>
            <a:ext cx="488289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Application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0008"/>
            <a:ext cx="4882896" cy="2834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GET /</a:t>
            </a:r>
            <a:br/>
            <a:br/>
            <a:r>
              <a:t>CI/CD Pipeline Working Successfully 🚀</a:t>
            </a:r>
            <a:br/>
            <a:br/>
            <a:r>
              <a:t>Local URL: http://localhost:5000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3520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1929384"/>
            <a:ext cx="483717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ptos"/>
              </a:defRPr>
            </a:pPr>
            <a:r>
              <a:t>Key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350008"/>
            <a:ext cx="4837176" cy="2834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app.py — Flask application</a:t>
            </a:r>
            <a:br/>
            <a:r>
              <a:t>requirements.txt — Flask and Pytest</a:t>
            </a:r>
            <a:br/>
            <a:r>
              <a:t> test_app.py — automated tests</a:t>
            </a:r>
            <a:br/>
            <a:r>
              <a:t>Dockerfile — image instructions</a:t>
            </a:r>
            <a:br/>
            <a:r>
              <a:t>docker-compose.yml — local multi-container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Note: GitHub Actions workflow lives in the parent repository's .github/workflows directory.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CI/CD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Pipeline stages run automatically when code is pushed to 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6916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478024"/>
            <a:ext cx="136245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1  Push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98648"/>
            <a:ext cx="1362456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Git push to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5416" y="3017520"/>
            <a:ext cx="274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331720"/>
            <a:ext cx="16916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478024"/>
            <a:ext cx="136245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ptos"/>
              </a:defRPr>
            </a:pPr>
            <a:r>
              <a:t>2  Checkout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898648"/>
            <a:ext cx="1362456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Get repository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3017520"/>
            <a:ext cx="274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331720"/>
            <a:ext cx="16916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478024"/>
            <a:ext cx="136245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3  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898648"/>
            <a:ext cx="1362456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Install requirements.txt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3017520"/>
            <a:ext cx="274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2331720"/>
            <a:ext cx="16916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6" y="2478024"/>
            <a:ext cx="136245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Aptos"/>
              </a:defRPr>
            </a:pPr>
            <a:r>
              <a:t>4 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898648"/>
            <a:ext cx="1362456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Run python -m pytest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017520"/>
            <a:ext cx="274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2331720"/>
            <a:ext cx="16916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21624" y="2478024"/>
            <a:ext cx="136245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5 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898648"/>
            <a:ext cx="1362456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Create Docker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3017520"/>
            <a:ext cx="274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2331720"/>
            <a:ext cx="16916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60152" y="2478024"/>
            <a:ext cx="136245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6  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2898648"/>
            <a:ext cx="1362456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Push image to Docker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106070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Important: Docker build and push should run only after the tests succeed.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Docker Image Build &amp;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Build locally, test the container, then publish to Docker 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3035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83664"/>
            <a:ext cx="497433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Build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4974336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docker build -t cicd-docker-app:latest 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035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83664"/>
            <a:ext cx="497433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Run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04288"/>
            <a:ext cx="4974336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docker run -d -p 5000:5000 --name flask-app cicd-docker-app:latest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53035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575304"/>
            <a:ext cx="497433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ptos"/>
              </a:defRPr>
            </a:pPr>
            <a:r>
              <a:t>Verify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995928"/>
            <a:ext cx="4974336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Open http://localhost:5000 in a browser.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29000"/>
            <a:ext cx="53035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575304"/>
            <a:ext cx="497433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Aptos"/>
              </a:defRPr>
            </a:pPr>
            <a:r>
              <a:t>Publish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995928"/>
            <a:ext cx="4974336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docker push YOUR_USERNAME/cicd-docker-app:latest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6984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Use your actual Docker Hub username and configure GitHub Secrets before enabling automated publishing.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Secure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Credentials are stored in GitHub Actions secrets—not in source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75104"/>
            <a:ext cx="47000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DOCKERHUB_USERNAME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4700016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Your Docker Hub account username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0292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975104"/>
            <a:ext cx="47000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DOCKERHUB_TOKEN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95728"/>
            <a:ext cx="4700016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A Docker Hub access token with appropriate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241280" cy="146304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Add both values under Repository Settings → Secrets and variables → Actions.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Never commit tokens, passwords, or .env credentials to GitHub.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Keep the Docker Hub repository name and workflow image tag consistent.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Confirm each stage before describing the pipeline as successful.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98480" cy="320040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Run the application locally and verify the expected message.</a:t>
            </a:r>
          </a:p>
          <a:p>
            <a:pPr>
              <a:spcAft>
                <a:spcPts val="18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Run tests with: python -m pytest -v</a:t>
            </a:r>
          </a:p>
          <a:p>
            <a:pPr>
              <a:spcAft>
                <a:spcPts val="18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Check GitHub Actions for green success status.</a:t>
            </a:r>
          </a:p>
          <a:p>
            <a:pPr>
              <a:spcAft>
                <a:spcPts val="18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Verify the latest image tag appears in Docker Hub.</a:t>
            </a:r>
          </a:p>
          <a:p>
            <a:pPr>
              <a:spcAft>
                <a:spcPts val="18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Pull the published image and test it on a clean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ptos"/>
              </a:defRPr>
            </a:pPr>
            <a:r>
              <a:t>A successful GitHub Actions run and a published image are the evidence of completion.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Challenges &amp; Troubleshooting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Common issues addressed while building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29384"/>
            <a:ext cx="314553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Wrong working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50008"/>
            <a:ext cx="3145536" cy="14173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Set working-directory to ./cicd-docker-app for dependency installation and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29384"/>
            <a:ext cx="314553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Python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50008"/>
            <a:ext cx="3145536" cy="14173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Use a virtual environment locally; install requirements in the CI runner.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8308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929384"/>
            <a:ext cx="314553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Aptos"/>
              </a:defRPr>
            </a:pPr>
            <a:r>
              <a:t>Docker build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50008"/>
            <a:ext cx="3145536" cy="14173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Build with ./cicd-docker-app so Docker can find the correct Dockerfile and app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4241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Additional checks: YAML indentation, repository secrets, test results, and image tag.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Learning Outcomes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Skills practiced and opportunities for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578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29384"/>
            <a:ext cx="49286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50008"/>
            <a:ext cx="4928616" cy="2514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• Flask application basics</a:t>
            </a:r>
            <a:br/>
            <a:r>
              <a:t>• Automated testing with Pytest</a:t>
            </a:r>
            <a:br/>
            <a:r>
              <a:t>• Docker image build and run</a:t>
            </a:r>
            <a:br/>
            <a:r>
              <a:t>• CI/CD with GitHub Actions</a:t>
            </a:r>
            <a:br/>
            <a:r>
              <a:t>• Secure secrets management</a:t>
            </a:r>
            <a:br/>
            <a:r>
              <a:t>• Publishing images to Docker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578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929384"/>
            <a:ext cx="4928616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50008"/>
            <a:ext cx="4928616" cy="2514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t>• Add code linting and coverage</a:t>
            </a:r>
            <a:br/>
            <a:r>
              <a:t>• Use versioned image tags</a:t>
            </a:r>
            <a:br/>
            <a:r>
              <a:t>• Scan images for vulnerabilities</a:t>
            </a:r>
            <a:br/>
            <a:r>
              <a:t>• Add health checks and monitoring</a:t>
            </a:r>
            <a:br/>
            <a:r>
              <a:t>• Deploy to a cloud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4241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Project repository: github.com/dineshvaishnav8890/Elevate-Labs-IntershipSep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960120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978408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Dinesh Chand Vaishnav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ptos"/>
              </a:defRPr>
            </a:pPr>
            <a:r>
              <a:t>CI/CD Pipeline with Docker, Flask, GitHub Actions &amp; Docker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 Display"/>
              </a:defRPr>
            </a:pPr>
            <a:r>
              <a:t>Docker Hub — Published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F"/>
                </a:solidFill>
                <a:latin typeface="Aptos"/>
              </a:defRPr>
            </a:pPr>
            <a:r>
              <a:t>Repository: dineshvaishnav/cicd-docker-app • Tag: latest</a:t>
            </a:r>
          </a:p>
        </p:txBody>
      </p:sp>
      <p:pic>
        <p:nvPicPr>
          <p:cNvPr id="4" name="Picture 3" descr="Screenshot 2026-10-19 195621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30" y="1234440"/>
            <a:ext cx="10658779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 Display"/>
              </a:defRPr>
            </a:pPr>
            <a:r>
              <a:t>GitHub Actions — CI/CD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F"/>
                </a:solidFill>
                <a:latin typeface="Aptos"/>
              </a:defRPr>
            </a:pPr>
            <a:r>
              <a:t>Green check marks show successful workflow runs; earlier failed runs are also visible.</a:t>
            </a:r>
          </a:p>
        </p:txBody>
      </p:sp>
      <p:pic>
        <p:nvPicPr>
          <p:cNvPr id="4" name="Picture 3" descr="Screenshot 2026-10-19 195712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25" y="1234440"/>
            <a:ext cx="865279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7D4D6-0013-7C45-BF51-C2920999F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5" y="566058"/>
            <a:ext cx="12065030" cy="606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88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B03FA-9EAC-FB0B-BA39-36682A6A2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2" y="283030"/>
            <a:ext cx="11912616" cy="609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6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794</Words>
  <Application>Microsoft Office PowerPoint</Application>
  <PresentationFormat>Widescreen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2026-10-19T14:49:05Z</dcterms:modified>
  <cp:category/>
</cp:coreProperties>
</file>