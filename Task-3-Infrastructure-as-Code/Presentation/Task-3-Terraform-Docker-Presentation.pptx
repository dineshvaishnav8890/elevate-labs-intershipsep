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Infrastructure as Code</a:t>
            </a:r>
          </a:p>
          <a:p>
            <a:pPr>
              <a:defRPr sz="2400">
                <a:solidFill>
                  <a:srgbClr val="C4B5FD"/>
                </a:solidFill>
              </a:defRPr>
            </a:pPr>
            <a:r>
              <a:t>Terraform + Docker + Nginx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92608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DevOps Internship — Task 3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Provision, verify, inspect and destroy a local Docker container using Terraform.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4251960"/>
            <a:ext cx="2971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4251960"/>
            <a:ext cx="73152" cy="1051560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416552"/>
            <a:ext cx="2606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Terraform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846320"/>
            <a:ext cx="2587752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Infrastructure as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4251960"/>
            <a:ext cx="2971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4251960"/>
            <a:ext cx="73152" cy="10515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4416552"/>
            <a:ext cx="2606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4846320"/>
            <a:ext cx="2587752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Container 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0608" y="4251960"/>
            <a:ext cx="2971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50608" y="4251960"/>
            <a:ext cx="73152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51776" y="4416552"/>
            <a:ext cx="2606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Nginx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6" y="4846320"/>
            <a:ext cx="2587752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Web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  <a:latin typeface="Aptos Display"/>
              </a:defRPr>
            </a:pPr>
            <a:r>
              <a:t>Task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What this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38251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DEVOPS INTERNSHIP • TASK 3 • TERRAFORM +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73152" cy="1463040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Infrastructure as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20240"/>
            <a:ext cx="30449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Define infrastructure in a repeatable Terraform configuration instead of creating the container manually.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25880"/>
            <a:ext cx="73152" cy="14630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Docker Provisioning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20240"/>
            <a:ext cx="30449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Use the Docker provider to manage an nginx:alpine image and a Docker container.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258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25880"/>
            <a:ext cx="73152" cy="1463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920240"/>
            <a:ext cx="30449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Expose port 80 through host port 8080 and verify the Nginx service.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24612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Lifecycle: init → validate → plan → apply → state → verify → destroy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Deliverables: main.tf, execution evidence, README.md and presentation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Environment documented in the README: WSL Ubuntu + Docker + Terraform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Tools used in the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38251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DEVOPS INTERNSHIP • TASK 3 • TERRAFORM +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73152" cy="1508760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Terraform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20240"/>
            <a:ext cx="2176272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Defines and manages infrastructure through configuration.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25880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325880"/>
            <a:ext cx="73152" cy="1508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490472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1920240"/>
            <a:ext cx="2176272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Runs the provisioned container locally.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25880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73152" cy="1508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490472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Nginx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920240"/>
            <a:ext cx="2176272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Lightweight web server used to verify deployment.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325880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325880"/>
            <a:ext cx="73152" cy="15087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8008" y="1490472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WSL Ubuntu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1920240"/>
            <a:ext cx="2176272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Linux environment used for the project.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337560"/>
            <a:ext cx="4663440" cy="2148840"/>
          </a:xfrm>
          <a:prstGeom prst="roundRect">
            <a:avLst/>
          </a:prstGeom>
          <a:solidFill>
            <a:srgbClr val="12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3337560"/>
            <a:ext cx="466344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3401568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2E8F0"/>
                </a:solidFill>
              </a:defRPr>
            </a:pPr>
            <a:r>
              <a:t>Terraform CLI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776472"/>
            <a:ext cx="4297679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terraform init</a:t>
            </a:r>
            <a:br/>
            <a:r>
              <a:t>terraform validate</a:t>
            </a:r>
            <a:br/>
            <a:r>
              <a:t>terraform plan</a:t>
            </a:r>
            <a:br/>
            <a:r>
              <a:t>terraform apply</a:t>
            </a:r>
            <a:br/>
            <a:r>
              <a:t>terraform state list</a:t>
            </a:r>
            <a:br/>
            <a:r>
              <a:t>terraform destroy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4747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Git/GitHub for version control and submission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curl/browser for service verification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Docker port mapping: localhost:8080 → container:80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  <a:latin typeface="Aptos Display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Terraform controls the local Docker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38251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DEVOPS INTERNSHIP • TASK 3 • TERRAFORM +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1691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73152" cy="1828800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221992"/>
            <a:ext cx="1325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main.tf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651760"/>
            <a:ext cx="130759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Desired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3704" y="269748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41448" y="2057400"/>
            <a:ext cx="1691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41448" y="2057400"/>
            <a:ext cx="73152" cy="18288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42616" y="2221992"/>
            <a:ext cx="1325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Terraform CLI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2651760"/>
            <a:ext cx="130759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Plan &amp; 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2" y="269748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2057400"/>
            <a:ext cx="1691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9976" y="2057400"/>
            <a:ext cx="73152" cy="1828800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2221992"/>
            <a:ext cx="1325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Docker 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651760"/>
            <a:ext cx="130759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API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69748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8504" y="2057400"/>
            <a:ext cx="1691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18504" y="2057400"/>
            <a:ext cx="73152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2221992"/>
            <a:ext cx="1325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nginx:alpine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2651760"/>
            <a:ext cx="130759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9288" y="269748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57032" y="2057400"/>
            <a:ext cx="1691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57032" y="2057400"/>
            <a:ext cx="73152" cy="18288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2221992"/>
            <a:ext cx="1325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terraform-nginx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651760"/>
            <a:ext cx="130759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Container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7816" y="269748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95560" y="2057400"/>
            <a:ext cx="1691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95560" y="2057400"/>
            <a:ext cx="73152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96728" y="2221992"/>
            <a:ext cx="1325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localhost:8080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96728" y="2651760"/>
            <a:ext cx="130759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77639" y="4343400"/>
            <a:ext cx="4160520" cy="1234440"/>
          </a:xfrm>
          <a:prstGeom prst="roundRect">
            <a:avLst/>
          </a:prstGeom>
          <a:solidFill>
            <a:srgbClr val="12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77639" y="4343400"/>
            <a:ext cx="416052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42231" y="4407408"/>
            <a:ext cx="3886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2E8F0"/>
                </a:solidFill>
              </a:defRPr>
            </a:pPr>
            <a:r>
              <a:t>Port mapping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4782312"/>
            <a:ext cx="37947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ports {</a:t>
            </a:r>
            <a:br/>
            <a:r>
              <a:t>  internal = 80</a:t>
            </a:r>
            <a:br/>
            <a:r>
              <a:t>  external = 8080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  <a:latin typeface="Aptos Display"/>
              </a:defRPr>
            </a:pPr>
            <a:r>
              <a:t>Terraform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The core resources defined in main.tf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38251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DEVOPS INTERNSHIP • TASK 3 • TERRAFORM +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7452360" cy="4800600"/>
          </a:xfrm>
          <a:prstGeom prst="roundRect">
            <a:avLst/>
          </a:prstGeom>
          <a:solidFill>
            <a:srgbClr val="12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745236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298448"/>
            <a:ext cx="7178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2E8F0"/>
                </a:solidFill>
              </a:defRPr>
            </a:pPr>
            <a:r>
              <a:t>main.tf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73352"/>
            <a:ext cx="7086600" cy="427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terraform {</a:t>
            </a:r>
            <a:br/>
            <a:r>
              <a:t>  required_providers {</a:t>
            </a:r>
            <a:br/>
            <a:r>
              <a:t>    docker = {</a:t>
            </a:r>
            <a:br/>
            <a:r>
              <a:t>      source  = "kreuzwerker/docker"</a:t>
            </a:r>
            <a:br/>
            <a:r>
              <a:t>      version = "~&gt; 3.0"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  <a:br/>
            <a:br/>
            <a:r>
              <a:t>provider "docker" {}</a:t>
            </a:r>
            <a:br/>
            <a:br/>
            <a:r>
              <a:t>resource "docker_image" "nginx" {</a:t>
            </a:r>
            <a:br/>
            <a:r>
              <a:t>  name = "nginx:alpine"</a:t>
            </a:r>
            <a:br/>
            <a:r>
              <a:t>}</a:t>
            </a:r>
            <a:br/>
            <a:br/>
            <a:r>
              <a:t>resource "docker_container" "nginx" {</a:t>
            </a:r>
            <a:br/>
            <a:r>
              <a:t>  name  = "terraform-nginx"</a:t>
            </a:r>
            <a:br/>
            <a:r>
              <a:t>  image = docker_image.nginx.image_id</a:t>
            </a:r>
            <a:br/>
            <a:br/>
            <a:r>
              <a:t>  ports {</a:t>
            </a:r>
            <a:br/>
            <a:r>
              <a:t>    internal = 80</a:t>
            </a:r>
            <a:br/>
            <a:r>
              <a:t>    external = 8080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32588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1325880"/>
            <a:ext cx="73152" cy="1325880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67928" y="1490472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Provider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1920240"/>
            <a:ext cx="2770632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Installs the Docker provider plugin.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88036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2880360"/>
            <a:ext cx="73152" cy="13258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3044952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3474720"/>
            <a:ext cx="2770632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Uses nginx:alpine as the container image.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443484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6760" y="4434840"/>
            <a:ext cx="73152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67928" y="4599431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Container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5029200"/>
            <a:ext cx="2770632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Creates terraform-nginx with port 8080 → 80.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  <a:latin typeface="Aptos Display"/>
              </a:defRPr>
            </a:pPr>
            <a:r>
              <a:t>Initialize &amp; Validate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Confirm Terraform is ready and the configuration is valid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38251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DEVOPS INTERNSHIP • TASK 3 • TERRAFORM +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685800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terraform-init-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31562"/>
            <a:ext cx="6638544" cy="34588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641848"/>
            <a:ext cx="6583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Aptos"/>
              </a:defRPr>
            </a:pPr>
            <a:r>
              <a:t>Screenshot 01 — Terraform init and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50876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terraform init downloads and initializes the Docker provider.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terraform validate checks the configuration syntax and structure.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Both commands are prerequisites before planning infrastructure.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  <a:latin typeface="Aptos Display"/>
              </a:defRPr>
            </a:pPr>
            <a:r>
              <a:t>Terraform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Preview changes before creating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38251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DEVOPS INTERNSHIP • TASK 3 • TERRAFORM +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53212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terraform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084900"/>
            <a:ext cx="5312664" cy="275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641848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Aptos"/>
              </a:defRPr>
            </a:pPr>
            <a:r>
              <a:t>Screenshot 02 — Terraform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234440"/>
            <a:ext cx="548640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-terraform-plan-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45426"/>
            <a:ext cx="5266944" cy="28311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36792" y="56418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Aptos"/>
              </a:defRPr>
            </a:pPr>
            <a:r>
              <a:t>Screenshot 03 — Plan completion /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  <a:latin typeface="Aptos Display"/>
              </a:defRPr>
            </a:pPr>
            <a:r>
              <a:t>Provision the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Apply the approved plan and create the Docker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38251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DEVOPS INTERNSHIP • TASK 3 • TERRAFORM +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731520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-terraform-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448053"/>
            <a:ext cx="7095744" cy="40259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641848"/>
            <a:ext cx="7040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Aptos"/>
              </a:defRPr>
            </a:pPr>
            <a:r>
              <a:t>Screenshot 04 — Terraform apply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79" y="1417320"/>
            <a:ext cx="73152" cy="1234440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11680"/>
            <a:ext cx="28163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terraform apply executes the plan after confirmation.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92608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2926080"/>
            <a:ext cx="73152" cy="12344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3090672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3520440"/>
            <a:ext cx="28163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Docker image + Docker container are managed by Terraform.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443484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443484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4599431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5029200"/>
            <a:ext cx="28163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The Nginx service becomes available through port 8080.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  <a:latin typeface="Aptos Display"/>
              </a:defRPr>
            </a:pPr>
            <a:r>
              <a:t>Verify the Nginx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Confirm the provisioned service is reachable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38251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DEVOPS INTERNSHIP • TASK 3 • TERRAFORM +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53212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nginx-curl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188761"/>
            <a:ext cx="5312664" cy="25444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641848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Aptos"/>
              </a:defRPr>
            </a:pPr>
            <a:r>
              <a:t>Screenshot 05 — Nginx curl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234440"/>
            <a:ext cx="548640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-nginx-browser-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37205"/>
            <a:ext cx="5266944" cy="28475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36792" y="56418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Aptos"/>
              </a:defRPr>
            </a:pPr>
            <a:r>
              <a:t>Screenshot 06 — Nginx browser 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  <a:latin typeface="Aptos Display"/>
              </a:defRPr>
            </a:pPr>
            <a:r>
              <a:t>Terraform State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Inspect the infrastructure Terraform is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38251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DEVOPS INTERNSHIP • TASK 3 • TERRAFORM +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53212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-terraform-state-list-s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079322"/>
            <a:ext cx="5312664" cy="27633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641848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Aptos"/>
              </a:defRPr>
            </a:pPr>
            <a:r>
              <a:t>Screenshot 07 — terraform state list / show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234440"/>
            <a:ext cx="548640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8-terraform-sh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39590"/>
            <a:ext cx="5266944" cy="28428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36792" y="56418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Aptos"/>
              </a:defRPr>
            </a:pPr>
            <a:r>
              <a:t>Screenshot 08 — terraform show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  <a:latin typeface="Aptos Display"/>
              </a:defRPr>
            </a:pPr>
            <a:r>
              <a:t>Destroy the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Remove the Terraform-managed resources when finished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38251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DEVOPS INTERNSHIP • TASK 3 • TERRAFORM +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731520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-terraform-destr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66331"/>
            <a:ext cx="7095744" cy="35893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641848"/>
            <a:ext cx="7040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Aptos"/>
              </a:defRPr>
            </a:pPr>
            <a:r>
              <a:t>Screenshot 09 — Terraform destroy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5087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terraform destroy removes the managed image/container resources.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The confirmation step prevents accidental destruction.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After destruction, verify the Docker container is no longer running.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  <a:latin typeface="Aptos Display"/>
              </a:defRPr>
            </a:pPr>
            <a:r>
              <a:t>Complete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End-to-end Infrastructure as Code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38251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DEVOPS INTERNSHIP • TASK 3 • TERRAFORM + DOCKER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417320"/>
            <a:ext cx="502920" cy="502920"/>
          </a:xfrm>
          <a:prstGeom prst="ellipse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9047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344168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440" y="1344168"/>
            <a:ext cx="73152" cy="960120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8" y="150876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Write main.tf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1938528"/>
            <a:ext cx="1673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</a:p>
        </p:txBody>
      </p:sp>
      <p:sp>
        <p:nvSpPr>
          <p:cNvPr id="14" name="Oval 13"/>
          <p:cNvSpPr/>
          <p:nvPr/>
        </p:nvSpPr>
        <p:spPr>
          <a:xfrm>
            <a:off x="3429000" y="1417320"/>
            <a:ext cx="502920" cy="502920"/>
          </a:xfrm>
          <a:prstGeom prst="ellipse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49047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344168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1344168"/>
            <a:ext cx="73152" cy="9601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150876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terraform init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1938528"/>
            <a:ext cx="1673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6263640" y="1417320"/>
            <a:ext cx="502920" cy="502920"/>
          </a:xfrm>
          <a:prstGeom prst="ellipse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49047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1344168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03720" y="1344168"/>
            <a:ext cx="73152" cy="960120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04888" y="150876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terraform 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1938528"/>
            <a:ext cx="1673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9098280" y="1417320"/>
            <a:ext cx="502920" cy="502920"/>
          </a:xfrm>
          <a:prstGeom prst="ellipse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149047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38360" y="1344168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38360" y="1344168"/>
            <a:ext cx="73152" cy="9601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9528" y="150876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terraform 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1938528"/>
            <a:ext cx="1673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</a:p>
        </p:txBody>
      </p:sp>
      <p:sp>
        <p:nvSpPr>
          <p:cNvPr id="32" name="Oval 31"/>
          <p:cNvSpPr/>
          <p:nvPr/>
        </p:nvSpPr>
        <p:spPr>
          <a:xfrm>
            <a:off x="594360" y="3566160"/>
            <a:ext cx="502920" cy="502920"/>
          </a:xfrm>
          <a:prstGeom prst="ellipse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639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3493008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34440" y="3493008"/>
            <a:ext cx="73152" cy="960120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35608" y="365760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terraform apply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35608" y="4087368"/>
            <a:ext cx="1673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</a:p>
        </p:txBody>
      </p:sp>
      <p:sp>
        <p:nvSpPr>
          <p:cNvPr id="38" name="Oval 37"/>
          <p:cNvSpPr/>
          <p:nvPr/>
        </p:nvSpPr>
        <p:spPr>
          <a:xfrm>
            <a:off x="3429000" y="3566160"/>
            <a:ext cx="502920" cy="502920"/>
          </a:xfrm>
          <a:prstGeom prst="ellipse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3639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69080" y="3493008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69080" y="3493008"/>
            <a:ext cx="73152" cy="9601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70248" y="365760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Verify Nginx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4087368"/>
            <a:ext cx="1673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</a:p>
        </p:txBody>
      </p:sp>
      <p:sp>
        <p:nvSpPr>
          <p:cNvPr id="44" name="Oval 43"/>
          <p:cNvSpPr/>
          <p:nvPr/>
        </p:nvSpPr>
        <p:spPr>
          <a:xfrm>
            <a:off x="6263640" y="3566160"/>
            <a:ext cx="502920" cy="502920"/>
          </a:xfrm>
          <a:prstGeom prst="ellipse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3639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03720" y="3493008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03720" y="3493008"/>
            <a:ext cx="73152" cy="960120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04888" y="365760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terraform state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04888" y="4087368"/>
            <a:ext cx="1673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</a:p>
        </p:txBody>
      </p:sp>
      <p:sp>
        <p:nvSpPr>
          <p:cNvPr id="50" name="Oval 49"/>
          <p:cNvSpPr/>
          <p:nvPr/>
        </p:nvSpPr>
        <p:spPr>
          <a:xfrm>
            <a:off x="9098280" y="3566160"/>
            <a:ext cx="502920" cy="502920"/>
          </a:xfrm>
          <a:prstGeom prst="ellipse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98280" y="3639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38360" y="3493008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738360" y="3493008"/>
            <a:ext cx="73152" cy="9601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39528" y="365760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terraform destroy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39528" y="4087368"/>
            <a:ext cx="1673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  <a:latin typeface="Aptos Display"/>
              </a:defRPr>
            </a:pPr>
            <a:r>
              <a:t>Interview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Core concepts demonstrated by the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38251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DEVOPS INTERNSHIP • TASK 3 • TERRAFORM +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349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73152" cy="1280160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399032"/>
            <a:ext cx="4983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What is IaC?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28800"/>
            <a:ext cx="4965192" cy="548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Infrastructure managed through machine-readable configuration.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349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73152" cy="12801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399032"/>
            <a:ext cx="4983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Plan vs 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28800"/>
            <a:ext cx="4965192" cy="548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plan previews changes; apply executes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834640"/>
            <a:ext cx="5349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2834640"/>
            <a:ext cx="73152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999232"/>
            <a:ext cx="4983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What is state?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429000"/>
            <a:ext cx="4965192" cy="548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terraform.tfstate records managed resource information.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834640"/>
            <a:ext cx="5349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834640"/>
            <a:ext cx="73152" cy="1280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2999232"/>
            <a:ext cx="4983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What are providers?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429000"/>
            <a:ext cx="4965192" cy="548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Plugins that connect Terraform to external platforms/APIs.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434840"/>
            <a:ext cx="5349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434840"/>
            <a:ext cx="73152" cy="1280160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599431"/>
            <a:ext cx="4983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Resource dependency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5029200"/>
            <a:ext cx="4965192" cy="548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The container depends on the Docker image reference.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434840"/>
            <a:ext cx="5349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434840"/>
            <a:ext cx="73152" cy="12801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599431"/>
            <a:ext cx="4983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Secret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5029200"/>
            <a:ext cx="4965192" cy="548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Use sensitive variables, environment variables and secret stores.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  <a:latin typeface="Aptos Display"/>
              </a:defRPr>
            </a:pPr>
            <a:r>
              <a:t>Submission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Evidence and repository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38251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DEVOPS INTERNSHIP • TASK 3 • TERRAFORM +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main.tf included and documented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README.md explains setup, commands, architecture and learning outcomes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Execution screenshots included as evidence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terraform init / validate / plan / apply completed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Nginx verified on localhost:8080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Terraform state inspected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terraform destroy completed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GitHub repository contains project files and screenshots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Secrets and local state files are excluded where appropriate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417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73152" cy="1417320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7848" y="15819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2011680"/>
            <a:ext cx="30449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9 implementation screenshots embedded in this presentation.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3154680"/>
            <a:ext cx="73152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33192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3749040"/>
            <a:ext cx="30449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Local infrastructure provisioned, verified and cleaned 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489204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4892040"/>
            <a:ext cx="73152" cy="8686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505663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B2D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5486400"/>
            <a:ext cx="3044952" cy="1371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README + PPTX + code + 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4B5FD"/>
                </a:solidFill>
              </a:defRPr>
            </a:pPr>
            <a:r>
              <a:t>Terraform + Docker + Nginx</a:t>
            </a:r>
          </a:p>
          <a:p>
            <a:pPr algn="ctr">
              <a:defRPr sz="1500">
                <a:solidFill>
                  <a:srgbClr val="CBD5E1"/>
                </a:solidFill>
              </a:defRPr>
            </a:pPr>
            <a:r>
              <a:t>Infrastructure as Code — DevOps Internship Task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