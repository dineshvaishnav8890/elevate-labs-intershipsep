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ED7FF"/>
                </a:solidFill>
                <a:latin typeface="Aptos"/>
              </a:rPr>
              <a:t>DEVOPS INTERNSHIP  |  TASK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7040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Host a Static Website
Using GitHub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2EAF5"/>
                </a:solidFill>
                <a:latin typeface="Aptos"/>
              </a:rPr>
              <a:t>HTML • CSS • GitHub Actions • Automated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Presented by Dinesh Vaishnav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AF5"/>
                </a:solidFill>
                <a:latin typeface="Aptos"/>
              </a:rPr>
              <a:t>Repository: Elevate-Labs-IntershipSep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push → build → deploy
✓ Workflow successful
✓ Pages artifact published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D30"/>
                </a:solidFill>
                <a:latin typeface="Aptos"/>
              </a:rPr>
              <a:t>1.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51560" cy="54864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9"/>
                </a:solidFill>
                <a:latin typeface="Aptos"/>
              </a:rPr>
              <a:t>TASK 6  •  GITHUB PAGES    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69BE"/>
                </a:solidFill>
                <a:latin typeface="Aptos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42C38"/>
                </a:solidFill>
                <a:latin typeface="Aptos"/>
              </a:rPr>
              <a:t>Publish a static shopping homepage from a repository subfolder using GitHub Pages.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42C38"/>
                </a:solidFill>
                <a:latin typeface="Aptos"/>
              </a:defRPr>
            </a:pPr>
            <a:r>
              <a:t>Website built with HTML5 and CSS3</a:t>
            </a:r>
          </a:p>
          <a:p>
            <a:pPr>
              <a:spcAft>
                <a:spcPts val="1600"/>
              </a:spcAft>
              <a:defRPr sz="1900">
                <a:solidFill>
                  <a:srgbClr val="242C38"/>
                </a:solidFill>
                <a:latin typeface="Aptos"/>
              </a:defRPr>
            </a:pPr>
            <a:r>
              <a:t>Source code stored and versioned in GitHub</a:t>
            </a:r>
          </a:p>
          <a:p>
            <a:pPr>
              <a:spcAft>
                <a:spcPts val="1600"/>
              </a:spcAft>
              <a:defRPr sz="1900">
                <a:solidFill>
                  <a:srgbClr val="242C38"/>
                </a:solidFill>
                <a:latin typeface="Aptos"/>
              </a:defRPr>
            </a:pPr>
            <a:r>
              <a:t>GitHub Actions automates deployment from the main branch</a:t>
            </a:r>
          </a:p>
          <a:p>
            <a:pPr>
              <a:spcAft>
                <a:spcPts val="1600"/>
              </a:spcAft>
              <a:defRPr sz="1900">
                <a:solidFill>
                  <a:srgbClr val="242C38"/>
                </a:solidFill>
                <a:latin typeface="Aptos"/>
              </a:defRPr>
            </a:pPr>
            <a:r>
              <a:t>Screenshots provide evidence of the published page and workflow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D30"/>
                </a:solidFill>
                <a:latin typeface="Aptos"/>
              </a:rPr>
              <a:t>2. Tools &amp; 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51560" cy="54864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9"/>
                </a:solidFill>
                <a:latin typeface="Aptos"/>
              </a:rPr>
              <a:t>TASK 6  •  GITHUB PAGES                                    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69BE"/>
                </a:solidFill>
                <a:latin typeface="Aptos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879"/>
                </a:solidFill>
                <a:latin typeface="Aptos"/>
              </a:rPr>
              <a:t>Page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664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69BE"/>
                </a:solidFill>
                <a:latin typeface="Aptos"/>
              </a:rPr>
              <a:t>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1031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879"/>
                </a:solidFill>
                <a:latin typeface="Aptos"/>
              </a:rPr>
              <a:t>Visual styling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64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69BE"/>
                </a:solidFill>
                <a:latin typeface="Aptos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031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879"/>
                </a:solidFill>
                <a:latin typeface="Aptos"/>
              </a:rPr>
              <a:t>Version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1664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69BE"/>
                </a:solidFill>
                <a:latin typeface="Aptos"/>
              </a:rPr>
              <a:t>Pages +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1031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879"/>
                </a:solidFill>
                <a:latin typeface="Aptos"/>
              </a:rPr>
              <a:t>Hosting and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69BE"/>
                </a:solidFill>
                <a:latin typeface="Aptos"/>
              </a:rPr>
              <a:t>Published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42C38"/>
                </a:solidFill>
                <a:latin typeface="Aptos"/>
              </a:rPr>
              <a:t>Task-6-github-pages/
├── index.html
├── style.css
└── imgea/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40480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42C38"/>
                </a:solidFill>
                <a:latin typeface="Aptos"/>
              </a:rPr>
              <a:t>Important: use the exact lowercase filename index.html. GitHub Pages hosting is case-sensitive.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D30"/>
                </a:solidFill>
                <a:latin typeface="Aptos"/>
              </a:rPr>
              <a:t>3. Deployment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51560" cy="54864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9"/>
                </a:solidFill>
                <a:latin typeface="Aptos"/>
              </a:rPr>
              <a:t>TASK 6  •  GITHUB PAGES                                      04</a:t>
            </a:r>
          </a:p>
        </p:txBody>
      </p:sp>
      <p:sp>
        <p:nvSpPr>
          <p:cNvPr id="6" name="Oval 5"/>
          <p:cNvSpPr/>
          <p:nvPr/>
        </p:nvSpPr>
        <p:spPr>
          <a:xfrm>
            <a:off x="1344168" y="1554480"/>
            <a:ext cx="685800" cy="685800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1709928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1D30"/>
                </a:solidFill>
                <a:latin typeface="Aptos"/>
              </a:rPr>
              <a:t>Commit &amp;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879"/>
                </a:solidFill>
                <a:latin typeface="Aptos"/>
              </a:rPr>
              <a:t>Update files on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7099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69BE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224528" y="1554480"/>
            <a:ext cx="685800" cy="685800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709928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1460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1D30"/>
                </a:solidFill>
                <a:latin typeface="Aptos"/>
              </a:rPr>
              <a:t>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30175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879"/>
                </a:solidFill>
                <a:latin typeface="Aptos"/>
              </a:rPr>
              <a:t>Actions gets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17099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69BE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104888" y="1554480"/>
            <a:ext cx="685800" cy="685800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709928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1D30"/>
                </a:solidFill>
                <a:latin typeface="Aptos"/>
              </a:rPr>
              <a:t>Upload artifact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879"/>
                </a:solidFill>
                <a:latin typeface="Aptos"/>
              </a:rPr>
              <a:t>Publish Task-6 folder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7099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69BE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985248" y="1554480"/>
            <a:ext cx="685800" cy="685800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709928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51460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1D30"/>
                </a:solidFill>
                <a:latin typeface="Aptos"/>
              </a:rPr>
              <a:t>Deploy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175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879"/>
                </a:solidFill>
                <a:latin typeface="Aptos"/>
              </a:rPr>
              <a:t>Website becomes 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42C38"/>
                </a:solidFill>
                <a:latin typeface="Aptos"/>
              </a:rPr>
              <a:t>Workflow file: .github/workflows/deploy-task-6.yml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879"/>
                </a:solidFill>
                <a:latin typeface="Aptos"/>
              </a:rPr>
              <a:t>Artifact path: ./Task-6-github-pages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D30"/>
                </a:solidFill>
                <a:latin typeface="Aptos"/>
              </a:rPr>
              <a:t>4. Website Preview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51560" cy="54864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9"/>
                </a:solidFill>
                <a:latin typeface="Aptos"/>
              </a:rPr>
              <a:t>TASK 6  •  GITHUB PAGES                                    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Aptos"/>
              </a:rPr>
              <a:t>The deployed page shows a shopping homepage layout with a gaming hero banner and product-category cards.</a:t>
            </a:r>
          </a:p>
        </p:txBody>
      </p:sp>
      <p:pic>
        <p:nvPicPr>
          <p:cNvPr id="7" name="Picture 6" descr="github-pages-web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81" y="1828800"/>
            <a:ext cx="8433732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44768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B69BE"/>
                </a:solidFill>
                <a:latin typeface="Aptos"/>
              </a:rPr>
              <a:t>Live URL: https://dineshvaishnav8890.github.io/Elevate-Labs-IntershipSep/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D30"/>
                </a:solidFill>
                <a:latin typeface="Aptos"/>
              </a:rPr>
              <a:t>5. GitHub Actions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51560" cy="54864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9"/>
                </a:solidFill>
                <a:latin typeface="Aptos"/>
              </a:rPr>
              <a:t>TASK 6  •  GITHUB PAGES                                    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Aptos"/>
              </a:rPr>
              <a:t>The latest Task 6 workflow run shows a successful green check. The workflow is triggered by repository updates.</a:t>
            </a:r>
          </a:p>
        </p:txBody>
      </p:sp>
      <p:pic>
        <p:nvPicPr>
          <p:cNvPr id="7" name="Picture 6" descr="github-action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198" y="1828800"/>
            <a:ext cx="824729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44768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B69BE"/>
                </a:solidFill>
                <a:latin typeface="Aptos"/>
              </a:rPr>
              <a:t>Repository: https://github.com/dineshvaishnav8890/Elevate-Labs-IntershipSep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D30"/>
                </a:solidFill>
                <a:latin typeface="Aptos"/>
              </a:rPr>
              <a:t>6. Validation &amp; 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51560" cy="54864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9"/>
                </a:solidFill>
                <a:latin typeface="Aptos"/>
              </a:rPr>
              <a:t>TASK 6  •  GITHUB PAGES                                    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42C38"/>
                </a:solidFill>
                <a:latin typeface="Aptos"/>
              </a:defRPr>
            </a:pPr>
            <a:r>
              <a:t>Use index.html in lowercase; filename case matters on GitHub Pages.</a:t>
            </a:r>
          </a:p>
          <a:p>
            <a:pPr>
              <a:spcAft>
                <a:spcPts val="1600"/>
              </a:spcAft>
              <a:defRPr sz="1800">
                <a:solidFill>
                  <a:srgbClr val="242C38"/>
                </a:solidFill>
                <a:latin typeface="Aptos"/>
              </a:defRPr>
            </a:pPr>
            <a:r>
              <a:t>Confirm the workflow uploads the correct subfolder as the Pages artifact.</a:t>
            </a:r>
          </a:p>
          <a:p>
            <a:pPr>
              <a:spcAft>
                <a:spcPts val="1600"/>
              </a:spcAft>
              <a:defRPr sz="1800">
                <a:solidFill>
                  <a:srgbClr val="242C38"/>
                </a:solidFill>
                <a:latin typeface="Aptos"/>
              </a:defRPr>
            </a:pPr>
            <a:r>
              <a:t>Check Settings → Pages and wait for the deployment job to finish.</a:t>
            </a:r>
          </a:p>
          <a:p>
            <a:pPr>
              <a:spcAft>
                <a:spcPts val="1600"/>
              </a:spcAft>
              <a:defRPr sz="1800">
                <a:solidFill>
                  <a:srgbClr val="242C38"/>
                </a:solidFill>
                <a:latin typeface="Aptos"/>
              </a:defRPr>
            </a:pPr>
            <a:r>
              <a:t>Verify CSS and image paths use the correct names and capitalization.</a:t>
            </a:r>
          </a:p>
          <a:p>
            <a:pPr>
              <a:spcAft>
                <a:spcPts val="1600"/>
              </a:spcAft>
              <a:defRPr sz="1800">
                <a:solidFill>
                  <a:srgbClr val="242C38"/>
                </a:solidFill>
                <a:latin typeface="Aptos"/>
              </a:defRPr>
            </a:pPr>
            <a:r>
              <a:t>A green workflow run and the live URL are separate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915B"/>
                </a:solidFill>
                <a:latin typeface="Aptos"/>
              </a:rPr>
              <a:t>Outcome: learned static hosting, Git-based workflow automation, and deployment troubleshooting.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D5E4FA"/>
                </a:solidFill>
                <a:latin typeface="Aptos"/>
              </a:rPr>
              <a:t>Task 6 — Host a Static Website Using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Dinesh Vaishnav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6CCFF"/>
                </a:solidFill>
                <a:latin typeface="Aptos"/>
              </a:rPr>
              <a:t>https://dineshvaishnav8890.github.io/Elevate-Labs-IntershipSep/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6CCFF"/>
                </a:solidFill>
                <a:latin typeface="Aptos"/>
              </a:rPr>
              <a:t>https://github.com/dineshvaishnav8890/Elevate-Labs-IntershipSep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