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6B6D4"/>
                </a:solidFill>
              </a:rPr>
              <a:t>TASK 4</a:t>
            </a:r>
          </a:p>
          <a:p>
            <a:r>
              <a:rPr sz="4400" b="1">
                <a:solidFill>
                  <a:srgbClr val="FFFFFF"/>
                </a:solidFill>
              </a:rPr>
              <a:t>Git Version Control</a:t>
            </a:r>
          </a:p>
          <a:p>
            <a:r>
              <a:rPr sz="1800">
                <a:solidFill>
                  <a:srgbClr val="D1D5DB"/>
                </a:solidFill>
              </a:rPr>
              <a:t>Git + GitHub • Branching • Pull Requests • Release Tagging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Elevate Labs DevOps Internship</a:t>
            </a:r>
          </a:p>
          <a:p>
            <a:r>
              <a:rPr sz="1400">
                <a:solidFill>
                  <a:srgbClr val="D1D5DB"/>
                </a:solidFill>
              </a:rPr>
              <a:t>dineshvaishnav8890/Elevate-Labs-InternshipSep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D1D5DB"/>
                </a:solidFill>
              </a:rPr>
              <a:t>Elevate Labs • DevOps Internship • Task 4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Project Objective</a:t>
            </a:r>
          </a:p>
          <a:p>
            <a:r>
              <a:rPr sz="1300">
                <a:solidFill>
                  <a:srgbClr val="6B7280"/>
                </a:solidFill>
              </a:rPr>
              <a:t>What Task 4 demonstrates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Version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Track changes, commits, branches, and release history with Git.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731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190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1284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Use GitHub Pull Requests for controlled integration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190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1284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Use v1.0.0 to identify the documented release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Feature-based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Branch comparison and merge readiness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Clean repository using .gitignore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Professional documentation and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Elevate Labs • DevOps Internship • Task 4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Branching Strategy</a:t>
            </a:r>
          </a:p>
          <a:p>
            <a:r>
              <a:rPr sz="1300">
                <a:solidFill>
                  <a:srgbClr val="D1D5DB"/>
                </a:solidFill>
              </a:rPr>
              <a:t>Promotion flow from development to release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21031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423160"/>
            <a:ext cx="2103120" cy="10972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DEV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423160"/>
            <a:ext cx="2103120" cy="10972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423160"/>
            <a:ext cx="2103120" cy="10972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• FEATURE: implement the task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• DEV: integrate and validate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• MAIN: release-ready branch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• Tag: identify the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D1D5DB"/>
                </a:solidFill>
              </a:rPr>
              <a:t>Elevate Labs • DevOps Internship • Task 4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GitHub Branch Comparison</a:t>
            </a:r>
          </a:p>
          <a:p>
            <a:r>
              <a:rPr sz="1300">
                <a:solidFill>
                  <a:srgbClr val="6B7280"/>
                </a:solidFill>
              </a:rPr>
              <a:t>Evidence from the supplied screenshot</a:t>
            </a:r>
          </a:p>
        </p:txBody>
      </p:sp>
      <p:pic>
        <p:nvPicPr>
          <p:cNvPr id="4" name="Picture 3" descr="Screenshot 2026-10-06 204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881360" cy="55301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6B7280"/>
                </a:solidFill>
              </a:rPr>
              <a:t>The comparison page confirms the branches can be merged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Elevate Labs • DevOps Internship • Task 4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Pull Request Evidence</a:t>
            </a:r>
          </a:p>
          <a:p>
            <a:r>
              <a:rPr sz="1300">
                <a:solidFill>
                  <a:srgbClr val="6B7280"/>
                </a:solidFill>
              </a:rPr>
              <a:t>Feature work shown as Ready to merge</a:t>
            </a:r>
          </a:p>
        </p:txBody>
      </p:sp>
      <p:pic>
        <p:nvPicPr>
          <p:cNvPr id="4" name="Picture 3" descr="Screenshot 2026-10-06 204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5718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167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6B7280"/>
                </a:solidFill>
              </a:rPr>
              <a:t>The Pull Request records commits, changed files, and merge readiness.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Elevate Labs • DevOps Internship • Task 4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Repository Status</a:t>
            </a:r>
          </a:p>
          <a:p>
            <a:r>
              <a:rPr sz="1300">
                <a:solidFill>
                  <a:srgbClr val="6B7280"/>
                </a:solidFill>
              </a:rPr>
              <a:t>Task 4 visible in the main repository</a:t>
            </a:r>
          </a:p>
        </p:txBody>
      </p:sp>
      <p:pic>
        <p:nvPicPr>
          <p:cNvPr id="4" name="Picture 3" descr="Screenshot 2026-10-06 214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55680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167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6B7280"/>
                </a:solidFill>
              </a:rPr>
              <a:t>Repository view shows Task-4-Git-Version-Control, 3 branches, and 1 tag.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Elevate Labs • DevOps Internship • Task 4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Project Structure</a:t>
            </a:r>
          </a:p>
          <a:p>
            <a:r>
              <a:rPr sz="1300">
                <a:solidFill>
                  <a:srgbClr val="6B7280"/>
                </a:solidFill>
              </a:rPr>
              <a:t>Clean and documented Task 4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5486400" cy="41148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49377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Consolas"/>
              </a:rPr>
              <a:t>Task-4-Git-Version-Control/
├── app/
│   └── app.sh
├── screenshots/
├── .gitignore
├── README.md
└──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297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16459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810512"/>
            <a:ext cx="3886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app/app.sh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304288"/>
            <a:ext cx="38862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Bash application used to verify the project artifact.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154680"/>
            <a:ext cx="4297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3154680"/>
            <a:ext cx="73152" cy="1325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3319272"/>
            <a:ext cx="3886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.gitignore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813048"/>
            <a:ext cx="38862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Keeps temporary and environment-specific files out of Git.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663440"/>
            <a:ext cx="4297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4663440"/>
            <a:ext cx="73152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4828031"/>
            <a:ext cx="3886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5321807"/>
            <a:ext cx="38862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Documents the release version: 1.0.0.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Elevate Labs • DevOps Internship • Task 4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Git Commands Practiced</a:t>
            </a:r>
          </a:p>
          <a:p>
            <a:r>
              <a:rPr sz="1300">
                <a:solidFill>
                  <a:srgbClr val="D1D5DB"/>
                </a:solidFill>
              </a:rPr>
              <a:t>Core commands used during Task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Inspect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489204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git status\ngit branch\ngit log --oneline --graph --all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73152" cy="1737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2763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Stage &amp; 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21408"/>
            <a:ext cx="489204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git add .\ngit commit -m "..."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20440"/>
            <a:ext cx="73152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8503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78808"/>
            <a:ext cx="489204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git pull origin main\ngit push origin feature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2044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520440"/>
            <a:ext cx="73152" cy="1737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68503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78808"/>
            <a:ext cx="489204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git tag -a v1.0.0 -m "..."\ngit push origin v1.0.0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D1D5DB"/>
                </a:solidFill>
              </a:rPr>
              <a:t>Elevate Labs • DevOps Internship • Task 4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Learning Outcomes</a:t>
            </a:r>
          </a:p>
          <a:p>
            <a:r>
              <a:rPr sz="1300">
                <a:solidFill>
                  <a:srgbClr val="6B7280"/>
                </a:solidFill>
              </a:rPr>
              <a:t>Skills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F2937"/>
                </a:solidFill>
              </a:defRPr>
            </a:pPr>
            <a:r>
              <a:t>• Git repository and working-tree management</a:t>
            </a:r>
          </a:p>
          <a:p>
            <a:pPr>
              <a:spcAft>
                <a:spcPts val="1000"/>
              </a:spcAft>
              <a:defRPr sz="2100">
                <a:solidFill>
                  <a:srgbClr val="1F2937"/>
                </a:solidFill>
              </a:defRPr>
            </a:pPr>
            <a:r>
              <a:t>• Feature-based branching and controlled integration</a:t>
            </a:r>
          </a:p>
          <a:p>
            <a:pPr>
              <a:spcAft>
                <a:spcPts val="1000"/>
              </a:spcAft>
              <a:defRPr sz="2100">
                <a:solidFill>
                  <a:srgbClr val="1F2937"/>
                </a:solidFill>
              </a:defRPr>
            </a:pPr>
            <a:r>
              <a:t>• GitHub Pull Requests and branch comparison</a:t>
            </a:r>
          </a:p>
          <a:p>
            <a:pPr>
              <a:spcAft>
                <a:spcPts val="1000"/>
              </a:spcAft>
              <a:defRPr sz="2100">
                <a:solidFill>
                  <a:srgbClr val="1F2937"/>
                </a:solidFill>
              </a:defRPr>
            </a:pPr>
            <a:r>
              <a:t>• Commit history and release tagging</a:t>
            </a:r>
          </a:p>
          <a:p>
            <a:pPr>
              <a:spcAft>
                <a:spcPts val="1000"/>
              </a:spcAft>
              <a:defRPr sz="2100">
                <a:solidFill>
                  <a:srgbClr val="1F2937"/>
                </a:solidFill>
              </a:defRPr>
            </a:pPr>
            <a:r>
              <a:t>• .gitignore and repository hygiene</a:t>
            </a:r>
          </a:p>
          <a:p>
            <a:pPr>
              <a:spcAft>
                <a:spcPts val="1000"/>
              </a:spcAft>
              <a:defRPr sz="2100">
                <a:solidFill>
                  <a:srgbClr val="1F2937"/>
                </a:solidFill>
              </a:defRPr>
            </a:pPr>
            <a:r>
              <a:t>• Professional Markdown documentation</a:t>
            </a:r>
          </a:p>
          <a:p>
            <a:pPr>
              <a:spcAft>
                <a:spcPts val="1000"/>
              </a:spcAft>
              <a:defRPr sz="2100">
                <a:solidFill>
                  <a:srgbClr val="1F2937"/>
                </a:solidFill>
              </a:defRPr>
            </a:pPr>
            <a:r>
              <a:t>• Evidence-based project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5394960"/>
            <a:ext cx="3108960" cy="685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TASK 4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Elevate Labs • DevOps Internship • Task 4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sz="2400">
                <a:solidFill>
                  <a:srgbClr val="06B6D4"/>
                </a:solidFill>
              </a:rPr>
              <a:t>Task 4 — Git Version Control</a:t>
            </a:r>
          </a:p>
          <a:p>
            <a:pPr algn="ctr"/>
            <a:r>
              <a:rPr sz="1800">
                <a:solidFill>
                  <a:srgbClr val="D1D5DB"/>
                </a:solidFill>
              </a:rPr>
              <a:t>Elevate Labs DevOps Internship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4114800"/>
            <a:ext cx="8138160" cy="109728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FEATURE  →  DEV  →  MAIN  → 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D1D5DB"/>
                </a:solidFill>
              </a:rPr>
              <a:t>Elevate Labs • DevOps Internship • Task 4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