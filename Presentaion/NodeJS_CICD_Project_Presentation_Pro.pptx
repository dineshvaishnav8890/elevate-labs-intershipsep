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CDE695-7FAB-4252-B3BC-FA69AF0259D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6F6CF4-F5CE-46AC-8A10-C295595413DE}">
      <dgm:prSet/>
      <dgm:spPr/>
      <dgm:t>
        <a:bodyPr/>
        <a:lstStyle/>
        <a:p>
          <a:r>
            <a:rPr lang="en-US"/>
            <a:t>Github action complate Status </a:t>
          </a:r>
        </a:p>
      </dgm:t>
    </dgm:pt>
    <dgm:pt modelId="{87D515B6-7092-4F1B-9862-67C42E43066D}" type="parTrans" cxnId="{1E0F9C69-B97E-497D-8688-797C189BC997}">
      <dgm:prSet/>
      <dgm:spPr/>
      <dgm:t>
        <a:bodyPr/>
        <a:lstStyle/>
        <a:p>
          <a:endParaRPr lang="en-US"/>
        </a:p>
      </dgm:t>
    </dgm:pt>
    <dgm:pt modelId="{5ED643AD-4AB9-4C4E-8A1A-6E1A5659142D}" type="sibTrans" cxnId="{1E0F9C69-B97E-497D-8688-797C189BC997}">
      <dgm:prSet/>
      <dgm:spPr/>
      <dgm:t>
        <a:bodyPr/>
        <a:lstStyle/>
        <a:p>
          <a:endParaRPr lang="en-US"/>
        </a:p>
      </dgm:t>
    </dgm:pt>
    <dgm:pt modelId="{16D64908-B823-4454-8323-40B3D4F10142}" type="pres">
      <dgm:prSet presAssocID="{92CDE695-7FAB-4252-B3BC-FA69AF0259DB}" presName="linear" presStyleCnt="0">
        <dgm:presLayoutVars>
          <dgm:animLvl val="lvl"/>
          <dgm:resizeHandles val="exact"/>
        </dgm:presLayoutVars>
      </dgm:prSet>
      <dgm:spPr/>
    </dgm:pt>
    <dgm:pt modelId="{A06C7A71-E2EB-47F8-A6DE-52AE0DB24C28}" type="pres">
      <dgm:prSet presAssocID="{B66F6CF4-F5CE-46AC-8A10-C295595413D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E0F9C69-B97E-497D-8688-797C189BC997}" srcId="{92CDE695-7FAB-4252-B3BC-FA69AF0259DB}" destId="{B66F6CF4-F5CE-46AC-8A10-C295595413DE}" srcOrd="0" destOrd="0" parTransId="{87D515B6-7092-4F1B-9862-67C42E43066D}" sibTransId="{5ED643AD-4AB9-4C4E-8A1A-6E1A5659142D}"/>
    <dgm:cxn modelId="{4905247B-3680-4ADA-A7AF-4ABE3AB0D570}" type="presOf" srcId="{92CDE695-7FAB-4252-B3BC-FA69AF0259DB}" destId="{16D64908-B823-4454-8323-40B3D4F10142}" srcOrd="0" destOrd="0" presId="urn:microsoft.com/office/officeart/2005/8/layout/vList2"/>
    <dgm:cxn modelId="{05F6DFC1-0A51-4B25-A7D8-4098E98AB66F}" type="presOf" srcId="{B66F6CF4-F5CE-46AC-8A10-C295595413DE}" destId="{A06C7A71-E2EB-47F8-A6DE-52AE0DB24C28}" srcOrd="0" destOrd="0" presId="urn:microsoft.com/office/officeart/2005/8/layout/vList2"/>
    <dgm:cxn modelId="{5F04DA17-0D03-43B7-A622-5C29BF901547}" type="presParOf" srcId="{16D64908-B823-4454-8323-40B3D4F10142}" destId="{A06C7A71-E2EB-47F8-A6DE-52AE0DB24C2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C7A71-E2EB-47F8-A6DE-52AE0DB24C28}">
      <dsp:nvSpPr>
        <dsp:cNvPr id="0" name=""/>
        <dsp:cNvSpPr/>
      </dsp:nvSpPr>
      <dsp:spPr>
        <a:xfrm>
          <a:off x="0" y="9900"/>
          <a:ext cx="10907486" cy="1123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Github action complate Status </a:t>
          </a:r>
        </a:p>
      </dsp:txBody>
      <dsp:txXfrm>
        <a:off x="54830" y="64730"/>
        <a:ext cx="10797826" cy="1013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85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49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320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73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89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8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31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1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71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7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289333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5D2DA"/>
                </a:solidFill>
                <a:latin typeface="Aptos"/>
              </a:defRPr>
            </a:pPr>
            <a:r>
              <a:t>DEVOPS INTERNSHIP  •  TASK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F8FAFF"/>
                </a:solidFill>
                <a:latin typeface="Aptos"/>
              </a:defRPr>
            </a:pPr>
            <a:r>
              <a:t>Automating Code</a:t>
            </a:r>
            <a:br/>
            <a:r>
              <a:t>Deployment with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CE8FA"/>
                </a:solidFill>
                <a:latin typeface="Aptos"/>
              </a:defRPr>
            </a:pPr>
            <a:r>
              <a:t>Node.js  |  GitHub Actions  |  Docker  |  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1C2DB"/>
                </a:solidFill>
                <a:latin typeface="Aptos"/>
              </a:defRPr>
            </a:pPr>
            <a:r>
              <a:t>Test  →  Build  →  Publish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1188720"/>
            <a:ext cx="2011680" cy="2011680"/>
          </a:xfrm>
          <a:prstGeom prst="ellipse">
            <a:avLst/>
          </a:prstGeom>
          <a:solidFill>
            <a:srgbClr val="45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38360" y="2651760"/>
            <a:ext cx="1463040" cy="1463040"/>
          </a:xfrm>
          <a:prstGeom prst="ellipse">
            <a:avLst/>
          </a:prstGeom>
          <a:solidFill>
            <a:srgbClr val="45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52360" y="3246120"/>
            <a:ext cx="1188720" cy="1188720"/>
          </a:xfrm>
          <a:prstGeom prst="ellipse">
            <a:avLst/>
          </a:prstGeom>
          <a:solidFill>
            <a:srgbClr val="45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19019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F"/>
                </a:solidFill>
                <a:latin typeface="Aptos"/>
              </a:defRPr>
            </a:pPr>
            <a:r>
              <a:t>CI / 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1C2DB"/>
                </a:solidFill>
                <a:latin typeface="Aptos"/>
              </a:defRPr>
            </a:pPr>
            <a:r>
              <a:t>NODE.JS DEMO APP  |  CI/CD WITH GITHUB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5D2D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5D2DA"/>
                </a:solidFill>
                <a:latin typeface="Aptos"/>
              </a:defRPr>
            </a:pPr>
            <a:r>
              <a:t>01 /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Project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1C2DB"/>
                </a:solidFill>
                <a:latin typeface="Aptos"/>
              </a:defRPr>
            </a:pPr>
            <a:r>
              <a:t>A small Node.js app connected to an automated image-publishing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4088" y="2313432"/>
            <a:ext cx="64008" cy="2276856"/>
          </a:xfrm>
          <a:prstGeom prst="rect">
            <a:avLst/>
          </a:prstGeom>
          <a:solidFill>
            <a:srgbClr val="45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Lightweight HTTP server</a:t>
            </a:r>
            <a:br/>
            <a:r>
              <a:t>Runs on port 3000</a:t>
            </a:r>
            <a:br/>
            <a:r>
              <a:t>Returns a simple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313432"/>
            <a:ext cx="64008" cy="2276856"/>
          </a:xfrm>
          <a:prstGeom prst="rect">
            <a:avLst/>
          </a:prstGeom>
          <a:solidFill>
            <a:srgbClr val="45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GitHub Actions workflow</a:t>
            </a:r>
            <a:br/>
            <a:r>
              <a:t>Triggered by pushes to main</a:t>
            </a:r>
            <a:br/>
            <a:r>
              <a:t>Tests before publishing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313432"/>
            <a:ext cx="64008" cy="2276856"/>
          </a:xfrm>
          <a:prstGeom prst="rect">
            <a:avLst/>
          </a:prstGeom>
          <a:solidFill>
            <a:srgbClr val="45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Image 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Docker builds the image</a:t>
            </a:r>
            <a:br/>
            <a:r>
              <a:t>Docker Hub stores it</a:t>
            </a:r>
            <a:br/>
            <a:r>
              <a:t>Tagged as latest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1C2DB"/>
                </a:solidFill>
                <a:latin typeface="Aptos"/>
              </a:defRPr>
            </a:pPr>
            <a:r>
              <a:t>NODE.JS DEMO APP  |  CI/CD WITH 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5D2DA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5D2DA"/>
                </a:solidFill>
                <a:latin typeface="Aptos"/>
              </a:defRPr>
            </a:pPr>
            <a:r>
              <a:t>02 /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Tools used in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1C2DB"/>
                </a:solidFill>
                <a:latin typeface="Aptos"/>
              </a:defRPr>
            </a:pPr>
            <a:r>
              <a:t>Each tool has a focused role in the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4088" y="2313432"/>
            <a:ext cx="64008" cy="2276856"/>
          </a:xfrm>
          <a:prstGeom prst="rect">
            <a:avLst/>
          </a:prstGeom>
          <a:solidFill>
            <a:srgbClr val="45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Runs the sample HTTP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313432"/>
            <a:ext cx="64008" cy="2276856"/>
          </a:xfrm>
          <a:prstGeom prst="rect">
            <a:avLst/>
          </a:prstGeom>
          <a:solidFill>
            <a:srgbClr val="45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Hosts the code repository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313432"/>
            <a:ext cx="64008" cy="2276856"/>
          </a:xfrm>
          <a:prstGeom prst="rect">
            <a:avLst/>
          </a:prstGeom>
          <a:solidFill>
            <a:srgbClr val="45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Automates workflow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1C2DB"/>
                </a:solidFill>
                <a:latin typeface="Aptos"/>
              </a:defRPr>
            </a:pPr>
            <a:r>
              <a:t>NODE.JS DEMO APP  |  CI/CD WITH 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5D2DA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5D2DA"/>
                </a:solidFill>
                <a:latin typeface="Aptos"/>
              </a:defRPr>
            </a:pPr>
            <a:r>
              <a:t>03 / 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From code push to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1C2DB"/>
                </a:solidFill>
                <a:latin typeface="Aptos"/>
              </a:defRPr>
            </a:pPr>
            <a:r>
              <a:t>A push to the main branch starts the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4088" y="2313432"/>
            <a:ext cx="64008" cy="2276856"/>
          </a:xfrm>
          <a:prstGeom prst="rect">
            <a:avLst/>
          </a:prstGeom>
          <a:solidFill>
            <a:srgbClr val="45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01 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Commit reaches 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313432"/>
            <a:ext cx="64008" cy="2276856"/>
          </a:xfrm>
          <a:prstGeom prst="rect">
            <a:avLst/>
          </a:prstGeom>
          <a:solidFill>
            <a:srgbClr val="45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02  Checkout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Runner gets repository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313432"/>
            <a:ext cx="64008" cy="2276856"/>
          </a:xfrm>
          <a:prstGeom prst="rect">
            <a:avLst/>
          </a:prstGeom>
          <a:solidFill>
            <a:srgbClr val="45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03 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Node 20 • npm ci • npm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Aptos"/>
              </a:defRPr>
            </a:pPr>
            <a:r>
              <a:t>Publishing happens only after tests succeed.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1C2DB"/>
                </a:solidFill>
                <a:latin typeface="Aptos"/>
              </a:defRPr>
            </a:pPr>
            <a:r>
              <a:t>NODE.JS DEMO APP  |  CI/CD WITH GITHUB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5D2DA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5D2DA"/>
                </a:solidFill>
                <a:latin typeface="Aptos"/>
              </a:defRPr>
            </a:pPr>
            <a:r>
              <a:t>04 / APP &amp;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Validate before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1C2DB"/>
                </a:solidFill>
                <a:latin typeface="Aptos"/>
              </a:defRPr>
            </a:pPr>
            <a:r>
              <a:t>The test checks that the app responds with the expected HTTP result.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5166360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5528" y="2313432"/>
            <a:ext cx="64008" cy="2276856"/>
          </a:xfrm>
          <a:prstGeom prst="rect">
            <a:avLst/>
          </a:prstGeom>
          <a:solidFill>
            <a:srgbClr val="45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331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Application — app.js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34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Uses Node.js HTTP module</a:t>
            </a:r>
            <a:br/>
            <a:r>
              <a:t>Listens on port 3000</a:t>
            </a:r>
            <a:br/>
            <a:r>
              <a:t>Response: Hello from DevOps CI/CD Project!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5166360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7" y="2313432"/>
            <a:ext cx="64008" cy="2276856"/>
          </a:xfrm>
          <a:prstGeom prst="rect">
            <a:avLst/>
          </a:prstGeom>
          <a:solidFill>
            <a:srgbClr val="45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2331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Test — test.js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834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Starts test server on port 3001</a:t>
            </a:r>
            <a:br/>
            <a:r>
              <a:t>Checks HTTP status 200</a:t>
            </a:r>
            <a:br/>
            <a:r>
              <a:t>Checks expected response</a:t>
            </a:r>
            <a:br/>
            <a:r>
              <a:t>Run with: npm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1C2DB"/>
                </a:solidFill>
                <a:latin typeface="Aptos"/>
              </a:defRPr>
            </a:pPr>
            <a:r>
              <a:t>NODE.JS DEMO APP  |  CI/CD WITH 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5D2DA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5D2DA"/>
                </a:solidFill>
                <a:latin typeface="Aptos"/>
              </a:defRPr>
            </a:pPr>
            <a:r>
              <a:t>05 /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Package the app consistently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1C2DB"/>
                </a:solidFill>
                <a:latin typeface="Aptos"/>
              </a:defRPr>
            </a:pPr>
            <a:r>
              <a:t>The Dockerfile describes how to create and run the container image.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5166360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5528" y="2313432"/>
            <a:ext cx="64008" cy="2276856"/>
          </a:xfrm>
          <a:prstGeom prst="rect">
            <a:avLst/>
          </a:prstGeom>
          <a:solidFill>
            <a:srgbClr val="45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331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Dockerfile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34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FROM node:20</a:t>
            </a:r>
            <a:br/>
            <a:r>
              <a:t>WORKDIR /app</a:t>
            </a:r>
            <a:br/>
            <a:r>
              <a:t>Install production dependencies</a:t>
            </a:r>
            <a:br/>
            <a:r>
              <a:t>Copy app files</a:t>
            </a:r>
            <a:br/>
            <a:r>
              <a:t>Expose 3000; start app.js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5166360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7" y="2313432"/>
            <a:ext cx="64008" cy="2276856"/>
          </a:xfrm>
          <a:prstGeom prst="rect">
            <a:avLst/>
          </a:prstGeom>
          <a:solidFill>
            <a:srgbClr val="45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2331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Local commands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834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Build: docker build -t nodejs-demo-app .</a:t>
            </a:r>
            <a:br/>
            <a:r>
              <a:t>Run: docker run --rm -p 3000:3000 nodejs-demo-app</a:t>
            </a:r>
            <a:br/>
            <a:r>
              <a:t>Open localhost:3000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1C2DB"/>
                </a:solidFill>
                <a:latin typeface="Aptos"/>
              </a:defRPr>
            </a:pPr>
            <a:r>
              <a:t>NODE.JS DEMO APP  |  CI/CD WITH 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5D2DA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5D2DA"/>
                </a:solidFill>
                <a:latin typeface="Aptos"/>
              </a:defRPr>
            </a:pPr>
            <a:r>
              <a:t>06 /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Workflow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1C2DB"/>
                </a:solidFill>
                <a:latin typeface="Aptos"/>
              </a:defRPr>
            </a:pPr>
            <a:r>
              <a:t>The workflow is stored in .github/workflows/main.yml.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4088" y="2313432"/>
            <a:ext cx="64008" cy="2276856"/>
          </a:xfrm>
          <a:prstGeom prst="rect">
            <a:avLst/>
          </a:prstGeom>
          <a:solidFill>
            <a:srgbClr val="45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push event</a:t>
            </a:r>
            <a:br/>
            <a:r>
              <a:t>branch: 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313432"/>
            <a:ext cx="64008" cy="2276856"/>
          </a:xfrm>
          <a:prstGeom prst="rect">
            <a:avLst/>
          </a:prstGeom>
          <a:solidFill>
            <a:srgbClr val="45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CI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Checkout repository</a:t>
            </a:r>
            <a:br/>
            <a:r>
              <a:t>Set up Node.js 20</a:t>
            </a:r>
            <a:br/>
            <a:r>
              <a:t>npm ci</a:t>
            </a:r>
            <a:br/>
            <a:r>
              <a:t>npm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313432"/>
            <a:ext cx="64008" cy="2276856"/>
          </a:xfrm>
          <a:prstGeom prst="rect">
            <a:avLst/>
          </a:prstGeom>
          <a:solidFill>
            <a:srgbClr val="45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Publish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Log in to Docker Hub</a:t>
            </a:r>
            <a:br/>
            <a:r>
              <a:t>Build image</a:t>
            </a:r>
            <a:br/>
            <a:r>
              <a:t>Push latest tag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1C2DB"/>
                </a:solidFill>
                <a:latin typeface="Aptos"/>
              </a:defRPr>
            </a:pPr>
            <a:r>
              <a:t>NODE.JS DEMO APP  |  CI/CD WITH 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5D2DA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5D2DA"/>
                </a:solidFill>
                <a:latin typeface="Aptos"/>
              </a:defRPr>
            </a:pPr>
            <a:r>
              <a:t>07 /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Protect registry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1C2DB"/>
                </a:solidFill>
                <a:latin typeface="Aptos"/>
              </a:defRPr>
            </a:pPr>
            <a:r>
              <a:t>GitHub repository secrets keep the token out of workflow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5166360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5528" y="2313432"/>
            <a:ext cx="64008" cy="2276856"/>
          </a:xfrm>
          <a:prstGeom prst="rect">
            <a:avLst/>
          </a:prstGeom>
          <a:solidFill>
            <a:srgbClr val="45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331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Required secrets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34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DOCKERHUB_USERNAME</a:t>
            </a:r>
            <a:br/>
            <a:r>
              <a:t>Docker Hub account name</a:t>
            </a:r>
            <a:br/>
            <a:br/>
            <a:r>
              <a:t>DOCKERHUB_TOKEN</a:t>
            </a:r>
            <a:br/>
            <a:r>
              <a:t>Docker Hub access 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5166360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7" y="2313432"/>
            <a:ext cx="64008" cy="2276856"/>
          </a:xfrm>
          <a:prstGeom prst="rect">
            <a:avLst/>
          </a:prstGeom>
          <a:solidFill>
            <a:srgbClr val="45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2331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Security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834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Use a token with push permissions</a:t>
            </a:r>
            <a:br/>
            <a:r>
              <a:t>Store it in Actions secrets</a:t>
            </a:r>
            <a:br/>
            <a:r>
              <a:t>Never commit credentials</a:t>
            </a:r>
            <a:br/>
            <a:r>
              <a:t>Rotate exposed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1C2DB"/>
                </a:solidFill>
                <a:latin typeface="Aptos"/>
              </a:defRPr>
            </a:pPr>
            <a:r>
              <a:t>NODE.JS DEMO APP  |  CI/CD WITH 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5D2DA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5D2DA"/>
                </a:solidFill>
                <a:latin typeface="Aptos"/>
              </a:defRPr>
            </a:pPr>
            <a:r>
              <a:t>08 / PUBLISHED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Docker Hub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1C2DB"/>
                </a:solidFill>
                <a:latin typeface="Aptos"/>
              </a:defRPr>
            </a:pPr>
            <a:r>
              <a:t>The current workflow publishes the image to the Docker Hub namespace.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5166360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5528" y="2313432"/>
            <a:ext cx="64008" cy="2276856"/>
          </a:xfrm>
          <a:prstGeom prst="rect">
            <a:avLst/>
          </a:prstGeom>
          <a:solidFill>
            <a:srgbClr val="45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331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Image 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34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dineshvaishnav/nodejs-demo-app:latest</a:t>
            </a:r>
            <a:br/>
            <a:br/>
            <a:r>
              <a:t>Namespace / repository / tag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5166360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7" y="2313432"/>
            <a:ext cx="64008" cy="2276856"/>
          </a:xfrm>
          <a:prstGeom prst="rect">
            <a:avLst/>
          </a:prstGeom>
          <a:solidFill>
            <a:srgbClr val="45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2331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Verify the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834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Open Docker Hub</a:t>
            </a:r>
            <a:br/>
            <a:r>
              <a:t>Find nodejs-demo-app</a:t>
            </a:r>
            <a:br/>
            <a:r>
              <a:t>Confirm latest tag exists</a:t>
            </a:r>
            <a:br/>
            <a:r>
              <a:t>Review Actions run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1C2DB"/>
                </a:solidFill>
                <a:latin typeface="Aptos"/>
              </a:defRPr>
            </a:pPr>
            <a:r>
              <a:t>Scope note: this workflow publishes an image; it does not deploy to a live production server.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1C2DB"/>
                </a:solidFill>
                <a:latin typeface="Aptos"/>
              </a:defRPr>
            </a:pPr>
            <a:r>
              <a:t>NODE.JS DEMO APP  |  CI/CD WITH GITHUB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5D2DA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5D2DA"/>
                </a:solidFill>
                <a:latin typeface="Aptos"/>
              </a:defRPr>
            </a:pPr>
            <a:r>
              <a:t>09 /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What this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1C2DB"/>
                </a:solidFill>
                <a:latin typeface="Aptos"/>
              </a:defRPr>
            </a:pPr>
            <a:r>
              <a:t>Core steps of an automated CI/CD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4088" y="2313432"/>
            <a:ext cx="64008" cy="2276856"/>
          </a:xfrm>
          <a:prstGeom prst="rect">
            <a:avLst/>
          </a:prstGeom>
          <a:solidFill>
            <a:srgbClr val="45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Continuous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Checkout code, install dependencies, and run tests on push.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313432"/>
            <a:ext cx="64008" cy="2276856"/>
          </a:xfrm>
          <a:prstGeom prst="rect">
            <a:avLst/>
          </a:prstGeom>
          <a:solidFill>
            <a:srgbClr val="45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Container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Docker packages the app into a repeatable image.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48840"/>
            <a:ext cx="3456432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313432"/>
            <a:ext cx="64008" cy="2276856"/>
          </a:xfrm>
          <a:prstGeom prst="rect">
            <a:avLst/>
          </a:prstGeom>
          <a:solidFill>
            <a:srgbClr val="45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33172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Image publishing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834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Push the image to Docker Hub after tests pass.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1C2DB"/>
                </a:solidFill>
                <a:latin typeface="Aptos"/>
              </a:defRPr>
            </a:pPr>
            <a:r>
              <a:t>NODE.JS DEMO APP  |  CI/CD WITH 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5D2D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3E123BF-82B7-207A-3BD9-A48FEF0C6AE9}"/>
              </a:ext>
            </a:extLst>
          </p:cNvPr>
          <p:cNvGraphicFramePr/>
          <p:nvPr/>
        </p:nvGraphicFramePr>
        <p:xfrm>
          <a:off x="457200" y="274638"/>
          <a:ext cx="10907486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8DB249C-3AEF-3A22-F084-8A9F21D92F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053" y="1588684"/>
            <a:ext cx="10386633" cy="526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01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5D2DA"/>
                </a:solidFill>
                <a:latin typeface="Aptos"/>
              </a:defRPr>
            </a:pPr>
            <a:r>
              <a:t>10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Ideas for future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3533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1C2DB"/>
                </a:solidFill>
                <a:latin typeface="Aptos"/>
              </a:defRPr>
            </a:pPr>
            <a:r>
              <a:t>Possible extensions beyond the current task.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5166360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5528" y="2313432"/>
            <a:ext cx="64008" cy="2276856"/>
          </a:xfrm>
          <a:prstGeom prst="rect">
            <a:avLst/>
          </a:prstGeom>
          <a:solidFill>
            <a:srgbClr val="45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331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Pipeline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34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Add version or commit-SHA tags</a:t>
            </a:r>
            <a:br/>
            <a:r>
              <a:t>Add security scanning</a:t>
            </a:r>
            <a:br/>
            <a:r>
              <a:t>Expand automated tests</a:t>
            </a:r>
            <a:br/>
            <a:r>
              <a:t>Add controlled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5166360" cy="2606040"/>
          </a:xfrm>
          <a:prstGeom prst="roundRect">
            <a:avLst/>
          </a:prstGeom>
          <a:solidFill>
            <a:srgbClr val="182844"/>
          </a:solidFill>
          <a:ln>
            <a:solidFill>
              <a:srgbClr val="30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7" y="2313432"/>
            <a:ext cx="64008" cy="2276856"/>
          </a:xfrm>
          <a:prstGeom prst="rect">
            <a:avLst/>
          </a:prstGeom>
          <a:solidFill>
            <a:srgbClr val="45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233172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Operations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83464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AF8"/>
                </a:solidFill>
                <a:latin typeface="Aptos"/>
              </a:defRPr>
            </a:pPr>
            <a:r>
              <a:t>Add health checks</a:t>
            </a:r>
            <a:br/>
            <a:r>
              <a:t>Add logging and monitoring</a:t>
            </a:r>
            <a:br/>
            <a:r>
              <a:t>Document rollback steps</a:t>
            </a:r>
            <a:br/>
            <a:r>
              <a:t>Use environment approvals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45D2D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1C2DB"/>
                </a:solidFill>
                <a:latin typeface="Aptos"/>
              </a:defRPr>
            </a:pPr>
            <a:r>
              <a:t>NODE.JS DEMO APP  |  CI/CD WITH GITHUB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5D2D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4</TotalTime>
  <Words>767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MS Shell Dlg 2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2026-10-02T02:50:50Z</dcterms:modified>
  <cp:category/>
</cp:coreProperties>
</file>