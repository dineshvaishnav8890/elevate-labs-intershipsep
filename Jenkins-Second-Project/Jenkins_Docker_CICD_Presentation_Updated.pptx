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Jenkins CI/CD Pipeline with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7BECD"/>
                </a:solidFill>
                <a:latin typeface="Aptos"/>
              </a:defRPr>
            </a:pPr>
            <a:r>
              <a:t>Internship Project Presentation</a:t>
            </a:r>
          </a:p>
          <a:p>
            <a:pPr>
              <a:spcAft>
                <a:spcPts val="1200"/>
              </a:spcAft>
              <a:defRPr sz="2100">
                <a:solidFill>
                  <a:srgbClr val="37BECD"/>
                </a:solidFill>
                <a:latin typeface="Aptos"/>
              </a:defRPr>
            </a:pPr>
            <a:r>
              <a:t>GitHub  •  Jenkins  •  Node.js  •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Objective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Automate source checkout, application testing, and Docker image creation using Jenkins.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Application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A simple Node.js web application running on port 3000.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GitHub — source code repository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Jenkins — pipeline automation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Node.js and npm — application runtime and scripts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Docker — container image and runtime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Linux / WSL — project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CI/CD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1. Push code to the tracked main branch on GitHub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2. Jenkins checks out the repository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3. Install dependencies with npm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4. Run the test script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5. Build a Docker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Jenkins-Second-Project/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app.js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package.json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Dockerfile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.dockerignore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Jenkinsfile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├── README.md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r>
              <a:t>└── test/app.test.js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Jenkins Pipeline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Checkout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Jenkins retrieves the configured repository and branch.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Install &amp; Test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Run npm install and npm test from the project directory.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Build Docker Image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Build an image using the project's Dockerfile.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Docker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Image verified: nodejs-jenkins-cicd:6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Run the application container:</a:t>
            </a:r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docker run -d -p 3000:3000 --name jenkins-app nodejs-jenkins-cicd:6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Check the app at http://localhost:3000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npm not found — installed Node.js and npm in the Jenkins environment.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Project files not found — ran npm commands from the project directory.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Docker permission denied — added jenkins to the docker group, restarted Jenkins, and checked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Results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Jenkins configured stages displayed green.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Docker image nodejs-jenkins-cicd:6 appeared in docker images.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Container started with port 3000 published.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Application checked through localhost:3000.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09/10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9CE64-CE1C-F48F-13C6-4229217DE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215735"/>
            <a:ext cx="12008467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618BE-6549-77E0-6ECB-26655E66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118" y="206209"/>
            <a:ext cx="12103722" cy="644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4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744200" cy="4160520"/>
          </a:xfrm>
          <a:prstGeom prst="rect">
            <a:avLst/>
          </a:prstGeom>
          <a:solidFill>
            <a:srgbClr val="1E314F"/>
          </a:solidFill>
          <a:ln>
            <a:solidFill>
              <a:srgbClr val="3C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104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The project demonstrates a basic automated workflow from GitHub checkout to tests and Docker image creation.</a:t>
            </a:r>
          </a:p>
          <a:p>
            <a:pPr>
              <a:spcAft>
                <a:spcPts val="1200"/>
              </a:spcAft>
              <a:defRPr sz="1900">
                <a:solidFill>
                  <a:srgbClr val="E1EBF8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37BEC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1EBF8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337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2026-10-03T08:08:56Z</dcterms:modified>
  <cp:category/>
</cp:coreProperties>
</file>